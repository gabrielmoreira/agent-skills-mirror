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Presentation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brand-aware HTML and PowerPoint presentations with semantic design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Included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589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Complete design system with semantic tokens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Standalone HTML starter template (16:9, offline-first)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HTML-to-PowerPoint conversion guide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Three icon systems: Lucide, Vendor Icons, Brand Marks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Responsive typography and layout patterns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Accessibility guidelines (WCAG 2.1 AA)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 Icons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B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5000+ free outline icons • ISC License • No CDN required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589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inline, offline-first, perfect for concepts &amp; workflows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731520" cy="731520"/>
          </a:xfrm>
          <a:prstGeom prst="ellipse">
            <a:avLst/>
          </a:prstGeom>
          <a:solidFill>
            <a:srgbClr val="61C1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2926080"/>
            <a:ext cx="731520" cy="731520"/>
          </a:xfrm>
          <a:prstGeom prst="ellipse">
            <a:avLst/>
          </a:prstGeom>
          <a:solidFill>
            <a:srgbClr val="61C1B6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ShieldCheck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926080"/>
            <a:ext cx="731520" cy="731520"/>
          </a:xfrm>
          <a:prstGeom prst="ellipse">
            <a:avLst/>
          </a:prstGeom>
          <a:solidFill>
            <a:srgbClr val="61C1B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rgbClr val="61C1B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MessageSquare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57400" y="4023360"/>
            <a:ext cx="731520" cy="731520"/>
          </a:xfrm>
          <a:prstGeom prst="ellipse">
            <a:avLst/>
          </a:prstGeom>
          <a:solidFill>
            <a:srgbClr val="61C1B6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TrendingUp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4023360"/>
            <a:ext cx="731520" cy="731520"/>
          </a:xfrm>
          <a:prstGeom prst="ellipse">
            <a:avLst/>
          </a:prstGeom>
          <a:solidFill>
            <a:srgbClr val="61C1B6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&amp; Product Icons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Microsoft Azure Icons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learn.microsoft.com/en-us/azure/architecture/icons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Cloud, AWS, Apple Icons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sources: cloud.google.com • aws.amazon.com • apple.com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Color Tokens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Navy (#203859), Teal (#61c1b6), Amber (#d97b1a)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Typography Scale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(18–30px), Body (14–16px), Caption (12px)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Radius &amp; Spacing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4px, 6px, 8px, 10px, 12px | 16px base unit grid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589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Offline-first: All assets embedded locally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Responsive: Container queries, 16:9 slides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🌓 Dark mode: Automatic theme detection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♿ Accessible: WCAG 2.1 AA compliant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Editable: HTML or PowerPoint source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B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Copilot Studio: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589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trigger: "create a presentation"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skill will guide you through: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Design identity (brand or neutral)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Slide creation with semantic markup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Icon selection and placement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Output as HTML or PowerPoint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Icon Reference Guide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B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Common Icons by Concept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589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Data/Storage (Database, Server)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Process &amp; Workflows (Workflow, Cog)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Communication (MessageSquare, MessageCircle)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Security (ShieldCheck, KeyRound)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Discovery (FileSearch, Search)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reference: lucide-icons-reference.md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C1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Documentation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589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Workflow Guide — Step-by-step presentation creation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Design System — Colors, typography, spacing, accessibility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🔀 HTML-to-PowerPoint — Conversion best practices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Lucide Icons — 30+ copy-ready icons organized by concept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038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in: references/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Presentation Skill - Icon Systems &amp; Design Guide</dc:title>
  <dc:subject>PptxGenJS Presentation</dc:subject>
  <dc:creator>GitHub Copilot - build-presentation skill</dc:creator>
  <cp:lastModifiedBy>GitHub Copilot - build-presentation skill</cp:lastModifiedBy>
  <cp:revision>1</cp:revision>
  <dcterms:created xsi:type="dcterms:W3CDTF">2026-09-22T11:53:27Z</dcterms:created>
  <dcterms:modified xsi:type="dcterms:W3CDTF">2026-09-22T11:53:27Z</dcterms:modified>
</cp:coreProperties>
</file>